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914400"/>
            <a:ext cx="4572000" cy="2743200"/>
          </a:xfrm>
          <a:prstGeom prst="ellipse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-457200"/>
            <a:ext cx="3657600" cy="2286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pic>
        <p:nvPicPr>
          <p:cNvPr id="4" name="Image 0" descr="/Users/drux/Documents/Drux/GAMERapp/phoenix-arena/public/logo-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5486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PHOENIX ARENA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Skill Rating (PSR) — Sistema de Clasificacion Competitiva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Ejecutiva |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4434840"/>
            <a:ext cx="2743200" cy="27432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rankings actuales de Warzone en LATAM son subjetivos y dependen del criterio de administradores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 controversias, categorizaciones ad-hoc y falta de credibilidad competitiva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jugadores PRO no participan si ven desconocidos en el lobby — necesitan confianza en el sistema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estadisticas crudas (K/D publico vs competitivo) no son comparables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trazabilidad: imposible defender un ranking cuando hay dinero en juego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docs/psr-audit/00-resumen-ejecutivo.md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Phoenix Arena: La Solucion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competitiva para jugadores de Warzone en LATAM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ranking objetivo basado en rendimiento real, no en opiniones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PSR: estima habilidad latente con incertidumbre explicita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 rating es auditable, explicable y reconstruible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Separacion clara entre habilidad competitiva (PSR) y confianza operativa (Trust Score)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 retos 1v1, torneos, wallet con PayPal, comunidad, tienda, perfiles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docs/psr-audit/00-resumen-ejecutivo.md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es Phoenix Skill Rating (PSR)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mantiene dos cantidades por jugador: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— Estimacion de habilidad (que tan bueno creemos que 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— Incertidumbre (que tan seguros estamos)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publico:  PSR = mu - 3 x sigma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conservador: no publica jugadores con poca evidencia en posiciones altas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3017520" cy="292608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Comparativo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mu=30, sigma=8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PSR = 30 - 24 = 6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mu=27, sigma=2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PSR = 27 - 6 = 21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clasifica mas alto por mayor certeza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docs/psr-audit/02-metodologia-matematica.md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del Modelo PSR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21615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evento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kills, equipo, tipo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9192" y="121615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67919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kills, placement relativo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21615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Senales compuestas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placement + 20% kills + 10% equipo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14300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6872" y="121615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97687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36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pares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jugador vs cada otro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154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bayesiano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sube/baja, sigma se reduce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306324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79192" y="313639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267919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54680" y="3154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performance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bonificacion/penalizacion limitada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313639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154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publico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= mu - 3 x sigma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3063240"/>
            <a:ext cx="1965960" cy="16459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76872" y="313639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697687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52360" y="3154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9516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Delta, EventLog, Snapshot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docs/psr-audit/02-metodologia-matematica.md, 04-arquitectura-web-app.md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 Matematica del PSR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solidFill>
            <a:srgbClr val="141422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latente:  S_i = (mu_i, sigma_i, matches_i, peak_i)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publico:   PSR_i = mu_i - 3 x sigma_i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Senal de rendimiento: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= 0.70 x placement + 0.20 x kills + 0.10 x equipo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 normalizados (diminishing returns):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kills_signal = log(1 + avg_kills) / log(1 + max_avg_kills)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 normalizado: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placement_score = (totalTeams - position) / (totalTeams - 1)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docs/psr-audit/02-metodologia-matematica.md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Parametros del Modelo (psr-0.1-draft)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E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E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initialMu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initialSigma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8.33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conservativeMultiplier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minSigma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placementWeight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killsWeight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teamWeight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maxMuAdjustment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minRankedMatches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EEE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371600" y="4389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parametrizacion — requiere calibracion empirica con datos reales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docs/psr-audit/03-parametros-y-datos.md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Fundamentacion en Modelos Publicados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81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(Herbrich, Minka, Graepel 2006) — Habilidad como variable latente con distribucion normal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Glicko/Glicko-2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(Glickman 2000, 2022) — Rating con desviacion que representa incertidumbre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4864" cy="6858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218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(Joshy 2024, Weng &amp; Lin 2011) — Aproximaciones bayesianas para ranking multi-jugador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4864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94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/ Plackett-Luce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87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(1952 / 1975) — Modelos estadisticos de comparacion por pares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se inspira en estos modelos y adapta sus principios al contexto competitivo de Warzone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docs/psr-audit/09-referencias-vancouver.md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Auditoria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solidFill>
            <a:srgbClr val="141422"/>
          </a:solidFill>
          <a:ln w="6350">
            <a:solidFill>
              <a:srgbClr val="25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4572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RankingMatchRecord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143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normalizada al modelo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solidFill>
            <a:srgbClr val="141422"/>
          </a:solidFill>
          <a:ln w="6350">
            <a:solidFill>
              <a:srgbClr val="25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RankingEventLog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procesado con hash de integridad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7863840" cy="502920"/>
          </a:xfrm>
          <a:prstGeom prst="rect">
            <a:avLst/>
          </a:prstGeom>
          <a:solidFill>
            <a:srgbClr val="141422"/>
          </a:solidFill>
          <a:ln w="6350">
            <a:solidFill>
              <a:srgbClr val="25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23160"/>
            <a:ext cx="45720" cy="502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RankingDelta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por jugador: mu, sigma, PSR antes/despues + explicacion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solidFill>
            <a:srgbClr val="141422"/>
          </a:solidFill>
          <a:ln w="6350">
            <a:solidFill>
              <a:srgbClr val="25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63240"/>
            <a:ext cx="45720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RankingSnapshot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063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del ranking en un momento dado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7863840" cy="502920"/>
          </a:xfrm>
          <a:prstGeom prst="rect">
            <a:avLst/>
          </a:prstGeom>
          <a:solidFill>
            <a:srgbClr val="141422"/>
          </a:solidFill>
          <a:ln w="6350">
            <a:solidFill>
              <a:srgbClr val="2525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0332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RankingModelVersion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del modelo con parametros congelados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 rating es explicable, reconstruible y disputable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docs/psr-audit/05-auditoria-gobernanza.md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Clasificacion por Tiers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651760" cy="2560320"/>
          </a:xfrm>
          <a:prstGeom prst="rect">
            <a:avLst/>
          </a:prstGeom>
          <a:solidFill>
            <a:srgbClr val="14142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0"/>
            <a:ext cx="11887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&gt;= 80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de elite con evidencia consistente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651760" cy="2560320"/>
          </a:xfrm>
          <a:prstGeom prst="rect">
            <a:avLst/>
          </a:prstGeom>
          <a:solidFill>
            <a:srgbClr val="1414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11887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&gt;= 40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 solidos en crecimiento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2560320"/>
          </a:xfrm>
          <a:prstGeom prst="rect">
            <a:avLst/>
          </a:prstGeom>
          <a:solidFill>
            <a:srgbClr val="141422"/>
          </a:solidFill>
          <a:ln w="19050">
            <a:solidFill>
              <a:srgbClr val="B0B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371600"/>
            <a:ext cx="1188720" cy="411480"/>
          </a:xfrm>
          <a:prstGeom prst="rect">
            <a:avLst/>
          </a:prstGeom>
          <a:solidFill>
            <a:srgbClr val="B0B0C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&lt; 40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jugadores o en proceso de calibracion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4 participaciones para calificar. Los torneos Novice estan excluidos del ranking principal.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docs/psr-audit/00-resumen-ejecutivo.md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 para el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1414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jugadores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justos basados en rendimiento real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Progresion visible: cada partida cuenta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Disputas resolubles con evidencia trazable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por nivel de habilidad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840480" cy="3200400"/>
          </a:xfrm>
          <a:prstGeom prst="rect">
            <a:avLst/>
          </a:prstGeom>
          <a:solidFill>
            <a:srgbClr val="1414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duenos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defendible cuando hay dinero en juego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Monetizacion: torneos, tienda, suscripciones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Retencion: engagement por progresion competitiva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Escalabilidad: modelo adaptable a mas juegos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docs/psr-audit/07-ventajas-limitaciones.md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Hace Diferente a Phoenix Arena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ranking de puntos acumulados — es una estimacion bayesiana de habilidad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explicita: no solo 'que tan bueno' sino 'que tan seguros estamos'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strength: ganar contra PROs vale mas que ganar contra novatos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returns: 10-11 kills vale menos que 0-1 (log-transform)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Anti-smurf: Trust Score separado previene manipulacion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rating tiene historia completa y es reconstruible desde cero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Limitaciones y Proximos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 iniciales requieren calibracion con datos reales (4-8 semanas shadow mode)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calidad de captura de datos (placement/kills/equipo)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mide todo: comunicacion, liderazgo, presion psicologica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puede percibirse como 'caja negra' sin UI explicativa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historicos tienen ruido (formatos inconsistentes, bonificaciones artificiales)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Recomendacion: validar con expertos antes de activar para torneos con dinero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docs/psr-audit/07-ventajas-limitaciones.md, 08-validacion-empirica.md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 Validacion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" y="1554480"/>
            <a:ext cx="64008" cy="33832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(actual)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143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implementado, parametros base, auditoria funcional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98424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304288"/>
            <a:ext cx="64008" cy="33832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892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(sem. 1-4)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928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con datos reales, backtesting con historicos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734056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" y="3054096"/>
            <a:ext cx="64008" cy="33832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642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(mes 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6426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Calibracion empirica, correlacion con expertos, estabilidad top-10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48386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" y="3803904"/>
            <a:ext cx="64008" cy="33832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392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(mes 3+)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392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 monetizada, matchmaking por PSR, torneos segmentados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233672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142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(futuro)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1422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supervisado si hay suficientes datos etiquetados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docs/psr-audit/08-validacion-empirica.md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2743200"/>
          </a:xfrm>
          <a:prstGeom prst="ellipse">
            <a:avLst/>
          </a:prstGeom>
          <a:solidFill>
            <a:srgbClr val="EF444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2743200" cy="18288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pic>
        <p:nvPicPr>
          <p:cNvPr id="4" name="Image 0" descr="/Users/drux/Documents/Drux/GAMERapp/phoenix-arena/public/logo-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36576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500" kern="0" dirty="0">
                <a:solidFill>
                  <a:srgbClr val="EEEE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PHOENIX ARENA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00400" y="3154680"/>
            <a:ext cx="274320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E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una webapp. Es una capa de inteligencia competitiva sobre Warzone.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decide por opinion, decide por rendimiento.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categorias ya no las define una persona, las define el algoritmo.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phoenix-arena.vercel.app |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Arena — PSR Presentacion Ejecutiva</dc:title>
  <dc:subject>PptxGenJS Presentation</dc:subject>
  <dc:creator>Stonevale / Phoenix Arena</dc:creator>
  <cp:lastModifiedBy>Stonevale / Phoenix Arena</cp:lastModifiedBy>
  <cp:revision>1</cp:revision>
  <dcterms:created xsi:type="dcterms:W3CDTF">2026-05-11T00:06:10Z</dcterms:created>
  <dcterms:modified xsi:type="dcterms:W3CDTF">2026-05-11T00:06:10Z</dcterms:modified>
</cp:coreProperties>
</file>