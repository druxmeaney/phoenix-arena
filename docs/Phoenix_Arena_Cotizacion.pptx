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Rango bajo (MXN)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PSR / Ranking</c:v>
                </c:pt>
                <c:pt idx="1">
                  <c:v>Torneos / Admin</c:v>
                </c:pt>
                <c:pt idx="2">
                  <c:v>Pagos / Wallet</c:v>
                </c:pt>
                <c:pt idx="3">
                  <c:v>Backend / APIs</c:v>
                </c:pt>
                <c:pt idx="4">
                  <c:v>Frontend app</c:v>
                </c:pt>
                <c:pt idx="5">
                  <c:v>Datos historicos</c:v>
                </c:pt>
                <c:pt idx="6">
                  <c:v>Auth / Comunidad</c:v>
                </c:pt>
                <c:pt idx="7">
                  <c:v>UX / Diseno</c:v>
                </c:pt>
                <c:pt idx="8">
                  <c:v>DevOps / QA</c:v>
                </c:pt>
                <c:pt idx="9">
                  <c:v>Arquitectura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291000</c:v>
                </c:pt>
                <c:pt idx="1">
                  <c:v>235000</c:v>
                </c:pt>
                <c:pt idx="2">
                  <c:v>190000</c:v>
                </c:pt>
                <c:pt idx="3">
                  <c:v>201000</c:v>
                </c:pt>
                <c:pt idx="4">
                  <c:v>201000</c:v>
                </c:pt>
                <c:pt idx="5">
                  <c:v>134000</c:v>
                </c:pt>
                <c:pt idx="6">
                  <c:v>123000</c:v>
                </c:pt>
                <c:pt idx="7">
                  <c:v>123000</c:v>
                </c:pt>
                <c:pt idx="8">
                  <c:v>134000</c:v>
                </c:pt>
                <c:pt idx="9">
                  <c:v>101000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9C-924A-B1A3-1A4A62ADB1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Rango alto (MXN)</c:v>
                </c:pt>
              </c:strCache>
            </c:strRef>
          </c:tx>
          <c:spPr>
            <a:solidFill>
              <a:srgbClr val="C0623A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PSR / Ranking</c:v>
                </c:pt>
                <c:pt idx="1">
                  <c:v>Torneos / Admin</c:v>
                </c:pt>
                <c:pt idx="2">
                  <c:v>Pagos / Wallet</c:v>
                </c:pt>
                <c:pt idx="3">
                  <c:v>Backend / APIs</c:v>
                </c:pt>
                <c:pt idx="4">
                  <c:v>Frontend app</c:v>
                </c:pt>
                <c:pt idx="5">
                  <c:v>Datos historicos</c:v>
                </c:pt>
                <c:pt idx="6">
                  <c:v>Auth / Comunidad</c:v>
                </c:pt>
                <c:pt idx="7">
                  <c:v>UX / Diseno</c:v>
                </c:pt>
                <c:pt idx="8">
                  <c:v>DevOps / QA</c:v>
                </c:pt>
                <c:pt idx="9">
                  <c:v>Arquitectura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425000</c:v>
                </c:pt>
                <c:pt idx="1">
                  <c:v>347000</c:v>
                </c:pt>
                <c:pt idx="2">
                  <c:v>291000</c:v>
                </c:pt>
                <c:pt idx="3">
                  <c:v>313000</c:v>
                </c:pt>
                <c:pt idx="4">
                  <c:v>302000</c:v>
                </c:pt>
                <c:pt idx="5">
                  <c:v>201000</c:v>
                </c:pt>
                <c:pt idx="6">
                  <c:v>190000</c:v>
                </c:pt>
                <c:pt idx="7">
                  <c:v>179000</c:v>
                </c:pt>
                <c:pt idx="8">
                  <c:v>179000</c:v>
                </c:pt>
                <c:pt idx="9">
                  <c:v>145000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9C-924A-B1A3-1A4A62ADB1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B8794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DD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B8794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C2C34"/>
              </a:solidFill>
            </a:defRPr>
          </a:pPr>
          <a:endParaRPr lang="es-MX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96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con tipo de cambio declarado. Toda la presentacion usa pesos mexicanos como moneda principal. El TC de referencia es 17.21 MXN/USD del 8 de mayo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Explicacion clara de que es el producto: no una pagina de informacion, sino una plataforma que maneja dinero, ranking, torneos y comunidad. Las 4 tarjetas muestran los pilares. Cada uno tiene su color para identificarlo en el resto de la presentacion.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metricas del repositorio. Cada numero demuestra que esto no es un prototipo: hay codigo real, datos reales, jugadores reales y un sistema de ranking operativo con miles de registros.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numero central en pesos mexicanos. $1.98M a $2.93M MXN. La tarifa por hora es $1,119 MXN (equivalente a $65 USD). Estos son precios de mercado para equipos nearshore senior segun Clutch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Grafico de barras horizontales con los montos en MXN. PSR/Ranking es el modulo mas costoso ($291k-$425k MXN) porque incluye el algoritmo bayesiano, los snapshots, los deltas, el historial y la auditoria completa. No es solo codigo — es investigacion matematica aplicada.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explicativa de por que PSR es caro. No es sumar puntos — es modelar estadisticamente la habilidad de cada jugador con incertidumbre, comparaciones por pares y auditoria. Es lo que hace que el ranking sea defendible cuando hay dinero en juego.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Comparacion visual de tiempo. Teal: lo que se logro (6.5 semanas). Terracotta: lo que tomaria reponerlo (4-9 meses). El contraste es dramatico y dice mas que cualquier parrafo.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$602k a $1.03M MXN adicionales para hardening. Desglosado en 6 paquetes claros: seguridad, conciliacion, retiros, hardening, QA y validacion PSR. El mensaje: lo grueso ya esta, esto es la fase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slide mas importante. Barra apilada: teal = lo construido ($1.98-2.93M), terracotta = lo que falta ($602k-1.03M). Total: $2.58M a $3.96M MXN. Esto es lo que vale el producto completo listo para operar con dinero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limpia de costos recurrentes en MXN. Los fees de pago son costos por transaccion, no fijos. El hosting es barato. El costo real post-live es el soporte humano.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sobrio. La frase clave: no hicimos una pagina web, construimos infraestructura competitiva. Valor demostrado: $1.98M-$2.93M MXN construidos, $602k-$1.03M MXN para monetizar. Activo total: $2.58M-$3.96M MXN.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drux/Documents/Drux/GAMERapp/phoenix-arena/public/logo-colo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50160" y="-15240"/>
            <a:ext cx="3672840" cy="3672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 del activo tecnologico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Cotizacion tecnica de reposicion en pesos mexicanos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 |  TC referencia: $17.21 MXN/USD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 es Phoenix Arena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640080" cy="228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PAGINA WEB. ES UNA PLATAFORMA TRANSACCIONAL PARA ESPORTS.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Plataforma web full-stack transaccional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 componente fintech-lite y algoritmo competitivo propio.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Combina: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" cy="8686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Jugadores y comunidad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Perfiles, ranking, comunidad, tienda, boveda, feed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246888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754880" y="2468880"/>
            <a:ext cx="36576" cy="868680"/>
          </a:xfrm>
          <a:prstGeom prst="rect">
            <a:avLst/>
          </a:prstGeom>
          <a:solidFill>
            <a:srgbClr val="C062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62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Torneos y competencia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Inscripcion, resultados, brackets, premios, disputas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36576" cy="86868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5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Dinero y pagos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PayPal, MercadoPago, comisiones, reembolsos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35204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36576" cy="868680"/>
          </a:xfrm>
          <a:prstGeom prst="rect">
            <a:avLst/>
          </a:prstGeom>
          <a:solidFill>
            <a:srgbClr val="8E6F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6F4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Algoritmo PSR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bayesiano, snapshots, deltas, auditoria completa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EF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Fuente: docs/cotizacion-valor-reposicion-phoenix-arena.md, Secciones 2 y 4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 que existe hoy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640080" cy="228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REALES DEL REPOSITORIO DE CODIGO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" cy="13258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25,350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lineas de codigo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36576" cy="13258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520440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archivos versionados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36576" cy="13258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0080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commits en produccion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36576" cy="1325880"/>
          </a:xfrm>
          <a:prstGeom prst="rect">
            <a:avLst/>
          </a:prstGeom>
          <a:solidFill>
            <a:srgbClr val="C062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jugadores normalizados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97180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3337560" y="2971800"/>
            <a:ext cx="36576" cy="1325880"/>
          </a:xfrm>
          <a:prstGeom prst="rect">
            <a:avLst/>
          </a:prstGeom>
          <a:solidFill>
            <a:srgbClr val="C062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52044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8,272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52044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cambios de rating auditables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97180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36576" cy="1325880"/>
          </a:xfrm>
          <a:prstGeom prst="rect">
            <a:avLst/>
          </a:prstGeom>
          <a:solidFill>
            <a:srgbClr val="C062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40080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40080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eventos PSR persistidos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EF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Fuente: docs/cotizacion-valor-reposicion-phoenix-arena.md, Seccion 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E8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 de reposicion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640080" cy="228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COSTARIA QUE UN EQUIPO PROFESIONAL RECONSTRUYERA ESTO DESDE CERO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$1.98M — $2.93M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5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MEXICANOS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10973"/>
          </a:xfrm>
          <a:prstGeom prst="rect">
            <a:avLst/>
          </a:prstGeom>
          <a:solidFill>
            <a:srgbClr val="3A4A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Equivalente: USD $115,000 — $170,000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840480"/>
            <a:ext cx="6400800" cy="594360"/>
          </a:xfrm>
          <a:prstGeom prst="rect">
            <a:avLst/>
          </a:prstGeom>
          <a:solidFill>
            <a:srgbClr val="24334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463040" y="38862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Tarifa: $1,119 MXN/hora ($65 USD)  |  1,736 — 2,576 horas  |  Equipo nearshore senior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Tipo de cambio: $17.21 MXN/USD (8 may 2026). Ref. tarifas: Clutch Pricing Guide 2026.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Desglose por area de trabajo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640080" cy="228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 EN MXN A $1,119/HORA</a:t>
            </a:r>
            <a:endParaRPr lang="en-US" sz="7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80160"/>
          <a:ext cx="8595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EF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Fuente: docs/cotizacion-valor-reposicion-phoenix-arena.md, Seccion 6. Valores convertidos a MXN.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 que PSR es el componente mas costoso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640080" cy="228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RANKING SIMPLE — ES UN SISTEMA DE INTELIGENCIA COMPETITIVA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" cy="3200400"/>
          </a:xfrm>
          <a:prstGeom prst="rect">
            <a:avLst/>
          </a:prstGeom>
          <a:solidFill>
            <a:srgbClr val="8E6F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Phoenix Skill Rating estima la habilidad real de cada jugador usando un modelo estadistico.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137160" cy="13716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Habilidad como variable oculta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212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jugador tiene un mu (estimacion) y sigma (incertidumbre). No se ve directamente — se infiere de resultados.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2651760"/>
            <a:ext cx="137160" cy="13716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Score conservador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 = mu - 3 x sigma. Un jugador nuevo no clasifica alto aunque tenga un buen torneo. Necesita evidencia repetida.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3291840"/>
            <a:ext cx="137160" cy="13716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Comparaciones por pares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493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torneo, cada jugador se compara contra cada otro del lobby. Ganar contra rivales fuertes vale mas.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3931920"/>
            <a:ext cx="137160" cy="13716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Auditoria completa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4133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de rating queda registrado: que paso, por que subio o bajo, que evidencia lo respalda.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EF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Fuente: docs/cotizacion-valor-reposicion-phoenix-arena.md, Seccion 5. Refs: TrueSkill, Glicko-2, OpenSkill.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Tiempo invertido vs. tiempo de reposicion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640080" cy="228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" cy="32918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LOGRO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D737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6.5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semanas de desarrollo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828800" cy="9144"/>
          </a:xfrm>
          <a:prstGeom prst="rect">
            <a:avLst/>
          </a:prstGeom>
          <a:solidFill>
            <a:srgbClr val="E0DD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marzo — 10 mayo 2026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commits en produccion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acelerado con herramientas de 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6576" cy="3291840"/>
          </a:xfrm>
          <a:prstGeom prst="rect">
            <a:avLst/>
          </a:prstGeom>
          <a:solidFill>
            <a:srgbClr val="C062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RECONSTRUIRLO DESDE CERO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C062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— 9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meses con equipo profesional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1828800" cy="9144"/>
          </a:xfrm>
          <a:prstGeom prst="rect">
            <a:avLst/>
          </a:prstGeom>
          <a:solidFill>
            <a:srgbClr val="E0DD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dev senior solo: 6-9 meses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devs + disenador: 14-22 semanas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agencia completo: 4-6 meses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EF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Fuente: docs/cotizacion-valor-reposicion-phoenix-arena.md, Seccion 8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Inversion adicional para operar con dinero real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640080" cy="228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ENDURECIMIENTO NECESARIO ANTES DE PASAR A PRODUCCION MONETIZADA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623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$602,000 — $1,032,000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adicionales  (USD $35k — $60k)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26517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36576" cy="8229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0080" y="2724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Seguridad financiera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idempotencia, atomicidad, conciliacion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$78k — $123k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651760"/>
            <a:ext cx="26517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337560" y="2651760"/>
            <a:ext cx="36576" cy="8229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520440" y="2724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Conciliacion de pagos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971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PayPal, MercadoPago, duplicados, chargebacks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20440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$89k — $145k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651760"/>
            <a:ext cx="26517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217920" y="2651760"/>
            <a:ext cx="36576" cy="8229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400800" y="2724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Retiros formales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971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Solicitud, aprobacion admin, referencia externa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0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$67k — $112k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6517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36576" cy="822960"/>
          </a:xfrm>
          <a:prstGeom prst="rect">
            <a:avLst/>
          </a:prstGeom>
          <a:solidFill>
            <a:srgbClr val="C062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40080" y="3730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Seguridad y hardening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Secretos, roles, webhooks, revision completa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4206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$78k — $134k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3657600"/>
            <a:ext cx="26517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3337560" y="3657600"/>
            <a:ext cx="36576" cy="822960"/>
          </a:xfrm>
          <a:prstGeom prst="rect">
            <a:avLst/>
          </a:prstGeom>
          <a:solidFill>
            <a:srgbClr val="C062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3520440" y="3730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QA financiero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044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end-to-end de flujos de dinero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20440" y="4206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$101k — $179k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657600"/>
            <a:ext cx="26517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6217920" y="3657600"/>
            <a:ext cx="36576" cy="822960"/>
          </a:xfrm>
          <a:prstGeom prst="rect">
            <a:avLst/>
          </a:prstGeom>
          <a:solidFill>
            <a:srgbClr val="8E6F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6400800" y="3730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Validacion PSR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Backtesting, calibracion, model card publica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0" y="4206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$89k — $157k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EF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Fuente: docs/cotizacion-valor-reposicion-phoenix-arena.md, Seccion 7. Valores convertidos a MXN.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E8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Producto completo monetizable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640080" cy="228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8229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Construido: $1.98M — $2.93M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371600"/>
            <a:ext cx="2560320" cy="822960"/>
          </a:xfrm>
          <a:prstGeom prst="rect">
            <a:avLst/>
          </a:prstGeom>
          <a:solidFill>
            <a:srgbClr val="C062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85216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+$602k — $1.03M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$2.58M — $3.96M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MEXICANOS — PRODUCTO COMPLETO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840480"/>
            <a:ext cx="3657600" cy="10973"/>
          </a:xfrm>
          <a:prstGeom prst="rect">
            <a:avLst/>
          </a:prstGeom>
          <a:solidFill>
            <a:srgbClr val="3A4A5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Equivalente: USD $150,000 — $230,000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10 semanas adicionales para llegar a produccion monetizada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Fuente: docs/cotizacion-valor-reposicion-phoenix-arena.md, Secciones 1, 6 y 7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Costos recurrentes de operacion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640080" cy="228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MENSUALES UNA VEZ EN PRODUCCION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2004" cy="43891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Hosting (Vercel)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371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~$344 MXN/mes + uso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0" y="1371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plan base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901952"/>
            <a:ext cx="7680960" cy="438912"/>
          </a:xfrm>
          <a:prstGeom prst="rect">
            <a:avLst/>
          </a:prstGeom>
          <a:solidFill>
            <a:srgbClr val="F0EF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731520" y="1901952"/>
            <a:ext cx="32004" cy="43891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914400" y="19019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9019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9019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 trafico y almacenamiento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" y="2432304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731520" y="2432304"/>
            <a:ext cx="32004" cy="438912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914400" y="243230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Comision PayPal MX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43230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3.95% + cuota fija + IVA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4323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transaccion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2962656"/>
            <a:ext cx="7680960" cy="438912"/>
          </a:xfrm>
          <a:prstGeom prst="rect">
            <a:avLst/>
          </a:prstGeom>
          <a:solidFill>
            <a:srgbClr val="F0EF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731520" y="2962656"/>
            <a:ext cx="32004" cy="438912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914400" y="29626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Comision MercadoPago MX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96265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~3.49% + IVA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9626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inmediata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731520" y="3493008"/>
            <a:ext cx="32004" cy="438912"/>
          </a:xfrm>
          <a:prstGeom prst="rect">
            <a:avLst/>
          </a:prstGeom>
          <a:solidFill>
            <a:srgbClr val="7B879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914400" y="34930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Dominio, correo, logs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4930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$516 — $5,163 MXN/mes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4930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 stack final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4023360"/>
            <a:ext cx="7680960" cy="438912"/>
          </a:xfrm>
          <a:prstGeom prst="rect">
            <a:avLst/>
          </a:prstGeom>
          <a:solidFill>
            <a:srgbClr val="F0EF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731520" y="4023360"/>
            <a:ext cx="32004" cy="438912"/>
          </a:xfrm>
          <a:prstGeom prst="rect">
            <a:avLst/>
          </a:prstGeom>
          <a:solidFill>
            <a:srgbClr val="C062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914400" y="4023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Soporte y operacion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40233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— 60 horas/mes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40233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Post-live, segun volumen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1520" y="4572000"/>
            <a:ext cx="7680960" cy="9144"/>
          </a:xfrm>
          <a:prstGeom prst="rect">
            <a:avLst/>
          </a:prstGeom>
          <a:solidFill>
            <a:srgbClr val="E0DD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731520" y="46177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Los fees de procesadores de pago no son margen de plataforma — deben modelarse en la economia de cada torneo.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EF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Fuente: docs/cotizacion-valor-reposicion-phoenix-arena.md, Seccion 9. PayPal MX y MercadoPago MX tarifas publicadas.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-274320"/>
            <a:ext cx="4023360" cy="3200400"/>
          </a:xfrm>
          <a:prstGeom prst="ellipse">
            <a:avLst/>
          </a:prstGeom>
          <a:solidFill>
            <a:srgbClr val="243342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Users/drux/Documents/Drux/GAMERapp/phoenix-arena/public/logo-colo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29000" y="182880"/>
            <a:ext cx="228600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40480" y="2560320"/>
            <a:ext cx="1463040" cy="1371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Infraestructura competitiva construida.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3246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hicimos una pagina web.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Construimos la capa donde la habilidad verificable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B87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ordena torneos, reputacion y premios.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phoenix-arena.vercel.app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1297</Words>
  <Application>Microsoft Macintosh PowerPoint</Application>
  <PresentationFormat>Presentación en pantalla (16:9)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Palatino Linotype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Phoenix Arena — Valor del Activo Tecnologico</dc:title>
  <dc:subject>PptxGenJS Presentation</dc:subject>
  <dc:creator>Stonevale</dc:creator>
  <cp:lastModifiedBy>Andres Portilla Martinez</cp:lastModifiedBy>
  <cp:revision>2</cp:revision>
  <dcterms:created xsi:type="dcterms:W3CDTF">2026-05-11T08:19:21Z</dcterms:created>
  <dcterms:modified xsi:type="dcterms:W3CDTF">2026-05-11T23:41:18Z</dcterms:modified>
</cp:coreProperties>
</file>